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A28843-6777-B0C8-1FDB-057BE8A55BF5}" v="348" dt="2025-10-24T23:00:11.9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976" y="2240643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Generating Mechanized Proofs with LLM for Real-Time Systems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29721-7945-B4F1-E392-65C23333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Level Block Diagram</a:t>
            </a:r>
          </a:p>
        </p:txBody>
      </p:sp>
      <p:pic>
        <p:nvPicPr>
          <p:cNvPr id="4" name="Picture 3" descr="A diagram of a software process&#10;&#10;AI-generated content may be incorrect.">
            <a:extLst>
              <a:ext uri="{FF2B5EF4-FFF2-40B4-BE49-F238E27FC236}">
                <a16:creationId xmlns:a16="http://schemas.microsoft.com/office/drawing/2014/main" id="{5D7A66E9-EA50-BB88-FD73-ED3F7C451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570" y="1577982"/>
            <a:ext cx="6334677" cy="480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08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77C9A-2E13-088D-D3AF-D57A1708A9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Prompt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58048-D239-6B9D-4DA9-BE96D2B886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ea typeface="+mn-lt"/>
                <a:cs typeface="+mn-lt"/>
              </a:rPr>
              <a:t>I am willing to generate mechanized proof of some theorems and lemmas for real time system for </a:t>
            </a:r>
            <a:r>
              <a:rPr lang="en-US" dirty="0" err="1">
                <a:ea typeface="+mn-lt"/>
                <a:cs typeface="+mn-lt"/>
              </a:rPr>
              <a:t>schedulability</a:t>
            </a:r>
            <a:r>
              <a:rPr lang="en-US" dirty="0">
                <a:ea typeface="+mn-lt"/>
                <a:cs typeface="+mn-lt"/>
              </a:rPr>
              <a:t> analysis. This is the definitions in the real time system:</a:t>
            </a:r>
            <a:endParaRPr lang="en-US" sz="2000" dirty="0"/>
          </a:p>
          <a:p>
            <a:pPr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dirty="0"/>
              <a:t>Workload model</a:t>
            </a:r>
          </a:p>
          <a:p>
            <a:pPr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dirty="0"/>
              <a:t>Resource model</a:t>
            </a:r>
          </a:p>
          <a:p>
            <a:pPr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dirty="0"/>
              <a:t>Scheduler</a:t>
            </a:r>
          </a:p>
          <a:p>
            <a:pPr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dirty="0"/>
              <a:t>Analysis framework</a:t>
            </a:r>
          </a:p>
          <a:p>
            <a:pPr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n-US" dirty="0"/>
              <a:t>Lemmas/Theorems</a:t>
            </a:r>
          </a:p>
          <a:p>
            <a:pPr marL="0" indent="0">
              <a:lnSpc>
                <a:spcPct val="7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423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94900-6F69-B65A-02D9-CAE43E076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 Response</a:t>
            </a: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FCD2625-91BE-FDF4-84EF-653E12449B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4395" y="1713566"/>
            <a:ext cx="8169681" cy="43513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B60D41-5D8F-5B44-5051-F786D86A0CA3}"/>
              </a:ext>
            </a:extLst>
          </p:cNvPr>
          <p:cNvSpPr/>
          <p:nvPr/>
        </p:nvSpPr>
        <p:spPr>
          <a:xfrm>
            <a:off x="552848" y="1710997"/>
            <a:ext cx="8179763" cy="9921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9E9CB7-73DF-39EA-BDE9-7871880FBD4C}"/>
              </a:ext>
            </a:extLst>
          </p:cNvPr>
          <p:cNvSpPr txBox="1"/>
          <p:nvPr/>
        </p:nvSpPr>
        <p:spPr>
          <a:xfrm>
            <a:off x="8849311" y="1738339"/>
            <a:ext cx="3202640" cy="9233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Wrong import 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Doesn't seem to have knowledge of </a:t>
            </a:r>
            <a:r>
              <a:rPr lang="en-US" dirty="0" err="1"/>
              <a:t>Prosa</a:t>
            </a:r>
            <a:r>
              <a:rPr lang="en-US" dirty="0"/>
              <a:t> Library</a:t>
            </a:r>
          </a:p>
        </p:txBody>
      </p:sp>
    </p:spTree>
    <p:extLst>
      <p:ext uri="{BB962C8B-B14F-4D97-AF65-F5344CB8AC3E}">
        <p14:creationId xmlns:p14="http://schemas.microsoft.com/office/powerpoint/2010/main" val="134970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C246-9F2D-2530-FFB6-9A949EB1E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Response</a:t>
            </a:r>
          </a:p>
        </p:txBody>
      </p:sp>
      <p:pic>
        <p:nvPicPr>
          <p:cNvPr id="4" name="Content Placeholder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44BC51AF-EE7B-A18E-3864-6C474F315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721" y="1698663"/>
            <a:ext cx="8267700" cy="247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89194A-E32C-90E5-ED76-79B2350CAD29}"/>
              </a:ext>
            </a:extLst>
          </p:cNvPr>
          <p:cNvSpPr txBox="1"/>
          <p:nvPr/>
        </p:nvSpPr>
        <p:spPr>
          <a:xfrm>
            <a:off x="8849311" y="1738339"/>
            <a:ext cx="3202640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Correct import statements</a:t>
            </a:r>
          </a:p>
        </p:txBody>
      </p:sp>
      <p:pic>
        <p:nvPicPr>
          <p:cNvPr id="7" name="Picture 6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6F61193-CCB6-0E30-A7B9-683F3CF64C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02" y="4416501"/>
            <a:ext cx="3609975" cy="1895475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53C675E-335E-8157-09AC-182D3F12C994}"/>
              </a:ext>
            </a:extLst>
          </p:cNvPr>
          <p:cNvSpPr/>
          <p:nvPr/>
        </p:nvSpPr>
        <p:spPr>
          <a:xfrm>
            <a:off x="465501" y="5192310"/>
            <a:ext cx="2765143" cy="35061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8AFA61-FBB2-B8D8-CEA5-83AA07E04676}"/>
              </a:ext>
            </a:extLst>
          </p:cNvPr>
          <p:cNvSpPr txBox="1"/>
          <p:nvPr/>
        </p:nvSpPr>
        <p:spPr>
          <a:xfrm>
            <a:off x="4398263" y="5185481"/>
            <a:ext cx="7544829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Error: The reference </a:t>
            </a:r>
            <a:r>
              <a:rPr lang="en-US" dirty="0" err="1">
                <a:ea typeface="+mn-lt"/>
                <a:cs typeface="+mn-lt"/>
              </a:rPr>
              <a:t>TaskType</a:t>
            </a:r>
            <a:r>
              <a:rPr lang="en-US" dirty="0">
                <a:ea typeface="+mn-lt"/>
                <a:cs typeface="+mn-lt"/>
              </a:rPr>
              <a:t> was not found in the current environment.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868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D0011-2A75-A8E5-C158-B49B5D9E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Response</a:t>
            </a:r>
          </a:p>
        </p:txBody>
      </p:sp>
      <p:pic>
        <p:nvPicPr>
          <p:cNvPr id="4" name="Content Placeholder 3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04E7D8CD-6EC2-3BE6-E60E-DB9BEECBE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393" y="2112093"/>
            <a:ext cx="3609975" cy="92392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E2047B-5FEF-8CD7-78AA-00025E7727C7}"/>
              </a:ext>
            </a:extLst>
          </p:cNvPr>
          <p:cNvSpPr/>
          <p:nvPr/>
        </p:nvSpPr>
        <p:spPr>
          <a:xfrm>
            <a:off x="659025" y="2398310"/>
            <a:ext cx="2765143" cy="350610"/>
          </a:xfrm>
          <a:prstGeom prst="rect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A6EBE0-8D65-6106-789D-8011478B1D86}"/>
              </a:ext>
            </a:extLst>
          </p:cNvPr>
          <p:cNvSpPr txBox="1"/>
          <p:nvPr/>
        </p:nvSpPr>
        <p:spPr>
          <a:xfrm>
            <a:off x="4507120" y="2391481"/>
            <a:ext cx="4775020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+mn-lt"/>
                <a:cs typeface="+mn-lt"/>
              </a:rPr>
              <a:t>Error:  The type of the variable m should be Q</a:t>
            </a:r>
            <a:endParaRPr lang="en-US" dirty="0"/>
          </a:p>
        </p:txBody>
      </p:sp>
      <p:pic>
        <p:nvPicPr>
          <p:cNvPr id="9" name="Picture 8" descr="A close-up of a word&#10;&#10;AI-generated content may be incorrect.">
            <a:extLst>
              <a:ext uri="{FF2B5EF4-FFF2-40B4-BE49-F238E27FC236}">
                <a16:creationId xmlns:a16="http://schemas.microsoft.com/office/drawing/2014/main" id="{0E438795-C076-881A-4A1E-B46D98DF3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92" y="3739621"/>
            <a:ext cx="5400675" cy="733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66D6F2-25AE-21E1-6BBF-E453618D5F7C}"/>
              </a:ext>
            </a:extLst>
          </p:cNvPr>
          <p:cNvSpPr txBox="1"/>
          <p:nvPr/>
        </p:nvSpPr>
        <p:spPr>
          <a:xfrm>
            <a:off x="6406071" y="3927575"/>
            <a:ext cx="5645877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/>
                <a:ea typeface="+mn-lt"/>
                <a:cs typeface="+mn-lt"/>
              </a:rPr>
              <a:t>Syntax error: '.' expected after [</a:t>
            </a:r>
            <a:r>
              <a:rPr lang="en-US" dirty="0" err="1">
                <a:latin typeface="Aptos"/>
                <a:ea typeface="+mn-lt"/>
                <a:cs typeface="+mn-lt"/>
              </a:rPr>
              <a:t>gallina</a:t>
            </a:r>
            <a:r>
              <a:rPr lang="en-US" dirty="0">
                <a:latin typeface="Aptos"/>
                <a:ea typeface="+mn-lt"/>
                <a:cs typeface="+mn-lt"/>
              </a:rPr>
              <a:t>] (in [</a:t>
            </a:r>
            <a:r>
              <a:rPr lang="en-US" dirty="0" err="1">
                <a:latin typeface="Aptos"/>
                <a:ea typeface="+mn-lt"/>
                <a:cs typeface="+mn-lt"/>
              </a:rPr>
              <a:t>vernac_aux</a:t>
            </a:r>
            <a:r>
              <a:rPr lang="en-US" dirty="0">
                <a:latin typeface="Aptos"/>
                <a:ea typeface="+mn-lt"/>
                <a:cs typeface="+mn-lt"/>
              </a:rPr>
              <a:t>]).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703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F387-AAA5-B57E-F818-AE5EA8CD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F8D3-2B44-9011-FDC7-C1865999B8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976" y="2240643"/>
            <a:ext cx="9144000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ea typeface="+mj-lt"/>
                <a:cs typeface="+mj-lt"/>
              </a:rPr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765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Generating Mechanized Proofs with LLM for Real-Time Systems</vt:lpstr>
      <vt:lpstr>High Level Block Diagram</vt:lpstr>
      <vt:lpstr>Prompt Used</vt:lpstr>
      <vt:lpstr>GPT Response</vt:lpstr>
      <vt:lpstr>Claude Response</vt:lpstr>
      <vt:lpstr>Claude Response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116</cp:revision>
  <dcterms:created xsi:type="dcterms:W3CDTF">2025-10-24T22:35:25Z</dcterms:created>
  <dcterms:modified xsi:type="dcterms:W3CDTF">2025-10-24T23:00:26Z</dcterms:modified>
</cp:coreProperties>
</file>